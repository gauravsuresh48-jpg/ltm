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931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697A2-944E-D8A0-F5CC-C923C89AF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3D920-E5B4-09B3-99AC-7AC1D1D38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83766-48EE-8748-345A-64EC7A78E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5DC94-A782-5269-3070-EE1CDEEF13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55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9FFB9E-5567-AFC3-D05D-8E9F5E13E135}"/>
              </a:ext>
            </a:extLst>
          </p:cNvPr>
          <p:cNvSpPr txBox="1"/>
          <p:nvPr/>
        </p:nvSpPr>
        <p:spPr>
          <a:xfrm>
            <a:off x="5109883" y="2232211"/>
            <a:ext cx="47333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LTM Projects</a:t>
            </a:r>
          </a:p>
          <a:p>
            <a:pPr algn="ctr"/>
            <a:r>
              <a:rPr lang="en-IN" sz="3200" dirty="0"/>
              <a:t>Zeroth Review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46D67A-7310-E0F9-5637-E2D79D63C77E}"/>
              </a:ext>
            </a:extLst>
          </p:cNvPr>
          <p:cNvSpPr txBox="1"/>
          <p:nvPr/>
        </p:nvSpPr>
        <p:spPr>
          <a:xfrm>
            <a:off x="275384" y="2671482"/>
            <a:ext cx="2741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Name: Gaurav Suresh Babu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EFB9D0-F3A0-6223-ED0C-DE1F4D3BE3E7}"/>
              </a:ext>
            </a:extLst>
          </p:cNvPr>
          <p:cNvSpPr txBox="1"/>
          <p:nvPr/>
        </p:nvSpPr>
        <p:spPr>
          <a:xfrm>
            <a:off x="275384" y="3541058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ID No. T - 9948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8F45-5BAD-FD9B-CC0A-144A4CDE9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206C8B-9772-AB15-D693-401F73435FC3}"/>
              </a:ext>
            </a:extLst>
          </p:cNvPr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C57F33-FC90-A993-DD34-AC885486CC2D}"/>
              </a:ext>
            </a:extLst>
          </p:cNvPr>
          <p:cNvSpPr txBox="1"/>
          <p:nvPr/>
        </p:nvSpPr>
        <p:spPr>
          <a:xfrm>
            <a:off x="457200" y="6400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3B315B0-E272-2B07-EDAB-B9E3B7FEEF54}"/>
              </a:ext>
            </a:extLst>
          </p:cNvPr>
          <p:cNvSpPr txBox="1"/>
          <p:nvPr/>
        </p:nvSpPr>
        <p:spPr>
          <a:xfrm>
            <a:off x="457200" y="23317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System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2EC27A-E50C-65D0-C36B-BC3BB9CF7A1D}"/>
              </a:ext>
            </a:extLst>
          </p:cNvPr>
          <p:cNvSpPr txBox="1"/>
          <p:nvPr/>
        </p:nvSpPr>
        <p:spPr>
          <a:xfrm>
            <a:off x="3749040" y="502920"/>
            <a:ext cx="7891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AI System for Cybersecurity Incident Investigation</a:t>
            </a:r>
            <a:endParaRPr lang="en-US" sz="2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DE34836-C9E1-8CFD-597E-7604D7BEAA36}"/>
              </a:ext>
            </a:extLst>
          </p:cNvPr>
          <p:cNvSpPr txBox="1"/>
          <p:nvPr/>
        </p:nvSpPr>
        <p:spPr>
          <a:xfrm>
            <a:off x="4251960" y="1481328"/>
            <a:ext cx="7388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F01AE33-34F6-4ABA-4E85-14D46E45388C}"/>
              </a:ext>
            </a:extLst>
          </p:cNvPr>
          <p:cNvSpPr txBox="1"/>
          <p:nvPr/>
        </p:nvSpPr>
        <p:spPr>
          <a:xfrm>
            <a:off x="4251960" y="1965960"/>
            <a:ext cx="73883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generate hundreds of security alerts daily (e.g., "Multiple failed login attempts detected"). Analysts must manually check logs, trace the source, determine if it's an attack, assess risk, and prepare a report — a slow, repetitive process that doesn't scale.</a:t>
            </a:r>
            <a:endParaRPr lang="en-US" sz="1600" b="1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3E2414A-CF12-069E-095B-95C5B673F091}"/>
              </a:ext>
            </a:extLst>
          </p:cNvPr>
          <p:cNvSpPr txBox="1"/>
          <p:nvPr/>
        </p:nvSpPr>
        <p:spPr>
          <a:xfrm>
            <a:off x="4251960" y="3310128"/>
            <a:ext cx="7388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9587721-A634-42C8-2737-4FFF526C8859}"/>
              </a:ext>
            </a:extLst>
          </p:cNvPr>
          <p:cNvSpPr txBox="1"/>
          <p:nvPr/>
        </p:nvSpPr>
        <p:spPr>
          <a:xfrm>
            <a:off x="4251960" y="3794760"/>
            <a:ext cx="73883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end-to-end security incident investigation pipeline using a team of collaborating AI agents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 Agent — detects suspicious patterns (e.g., repeated failed logins from one IP)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Analysis Agent — matches activity against known attack signatures (e.g., brute-force)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Agent — classifies incident severity (Low / Medium / High)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Agent — auto-generates a structured incident report, grounded via RAG on MITRE ATT&amp;CK and threat intelligence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68795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640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02920"/>
            <a:ext cx="7891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 Technical Stack &amp; Expected Outcomes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1481328"/>
            <a:ext cx="7388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1965960"/>
            <a:ext cx="7388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(Canadian Institute for Cybersecurity) — labeled network traffic and log data covering brute-force, DoS, and port-scan attacks, collected in a controlled testbed. It mirrors real-world alerts described in the problem statement, enabling agents to be tested on realistic attack patterns.</a:t>
            </a:r>
            <a:endParaRPr lang="en-US" sz="1600" b="1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172968"/>
            <a:ext cx="7388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657599"/>
            <a:ext cx="7388352" cy="150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backbone for agent reasoning (GPT-4 / Llama 3)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framework (LangGraph, CrewAI, or AutoGen)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 with vector database (FAISS/Chroma) for MITRE ATT&amp;CK &amp; threat intel retrieval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Pandas for log parsing and data processing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5157216"/>
            <a:ext cx="7388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251960" y="5603837"/>
            <a:ext cx="7388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alert investigation and reduced manual analyst effort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standardized incident reports and improved threat analysis accuracy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640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Med-Graph-RAG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02920"/>
            <a:ext cx="7891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Med-Graph-RAG: Graph-Based Retrieval for Medical Q&amp;A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1481328"/>
            <a:ext cx="7388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1965960"/>
            <a:ext cx="73883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RAG systems retrieve medical information based on text similarity alone. A system may separately know "Diabetes causes Hypertension" and "Kidney Disease leads to Renal Failure" — but when asked "How can diabetes lead to renal failure?", it often retrieves only part of the chain and gives an incomplete answer.</a:t>
            </a:r>
            <a:endParaRPr lang="en-US" sz="1600" b="1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401568"/>
            <a:ext cx="7388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886200"/>
            <a:ext cx="7388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Medical Knowledge Graph linking diseases, symptoms, drugs, treatments, and complications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graph-based retrieval that follows relationships instead of relying on text similarity alone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retrieved, connected evidence into an LLM to generate complete, reasoned answers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traditional RAG pipeline (similarity search only) on the same multi-hop questions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improvements in answer completeness, reasoning quality, and explainability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640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02920"/>
            <a:ext cx="7891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 Technical Stack &amp; Expected Outcomes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1481328"/>
            <a:ext cx="7388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1965960"/>
            <a:ext cx="7388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PrimeKG (Precision Medicine Knowledge Graph) — a pre-built biomedical knowledge graph combining diseases, drugs, symptoms, and treatments from multiple recognized sources, directly supporting the multi-hop reasoning this project demonstrates.</a:t>
            </a:r>
            <a:endParaRPr lang="en-US" sz="1600" b="1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172968"/>
            <a:ext cx="7388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657600"/>
            <a:ext cx="73883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for storing and traversing the medical knowledge graph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answer generation (GPT-4 / Llama 3)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queries for graph traversal and evidence retrieval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(FAISS/Chroma) as the traditional RAG baseline for comparison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5047488"/>
            <a:ext cx="7388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251960" y="5532120"/>
            <a:ext cx="7388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complete answers and improved reasoning on complex multi-hop medical questions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traceable answers, with demonstrated improvement over traditional RAG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575</Words>
  <Application>Microsoft Office PowerPoint</Application>
  <PresentationFormat>Widescreen</PresentationFormat>
  <Paragraphs>66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suresh</cp:lastModifiedBy>
  <cp:revision>3</cp:revision>
  <dcterms:created xsi:type="dcterms:W3CDTF">2026-08-27T16:10:09Z</dcterms:created>
  <dcterms:modified xsi:type="dcterms:W3CDTF">2026-08-27T18:56:23Z</dcterms:modified>
</cp:coreProperties>
</file>